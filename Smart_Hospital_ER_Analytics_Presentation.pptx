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Hospital Emergency Room Analytics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AI, ML, DS &amp; DL Project</a:t>
            </a:r>
          </a:p>
          <a:p>
            <a:r>
              <a:t>Kajal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Manage patient data</a:t>
            </a:r>
          </a:p>
          <a:p>
            <a:pPr>
              <a:defRPr sz="2400"/>
            </a:pPr>
            <a:r>
              <a:t>• Calculate patient priority</a:t>
            </a:r>
          </a:p>
          <a:p>
            <a:pPr>
              <a:defRPr sz="2400"/>
            </a:pPr>
            <a:r>
              <a:t>• Analyze workload</a:t>
            </a:r>
          </a:p>
          <a:p>
            <a:pPr>
              <a:defRPr sz="2400"/>
            </a:pPr>
            <a:r>
              <a:t>• Forecast resources</a:t>
            </a:r>
          </a:p>
          <a:p>
            <a:pPr>
              <a:defRPr sz="2400"/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Dataset Creation</a:t>
            </a:r>
          </a:p>
          <a:p>
            <a:pPr>
              <a:defRPr sz="2400"/>
            </a:pPr>
            <a:r>
              <a:t>Data Validation</a:t>
            </a:r>
          </a:p>
          <a:p>
            <a:pPr>
              <a:defRPr sz="2400"/>
            </a:pPr>
            <a:r>
              <a:t>Priority Algorithm</a:t>
            </a:r>
          </a:p>
          <a:p>
            <a:pPr>
              <a:defRPr sz="2400"/>
            </a:pPr>
            <a:r>
              <a:t>Queue Analysis</a:t>
            </a:r>
          </a:p>
          <a:p>
            <a:pPr>
              <a:defRPr sz="2400"/>
            </a:pPr>
            <a:r>
              <a:t>Doctor Requirement</a:t>
            </a:r>
          </a:p>
          <a:p>
            <a:pPr>
              <a:defRPr sz="2400"/>
            </a:pPr>
            <a:r>
              <a:t>Bed Occupancy</a:t>
            </a:r>
          </a:p>
          <a:p>
            <a:pPr>
              <a:defRPr sz="2400"/>
            </a:pPr>
            <a:r>
              <a:t>Peak Hour Detection</a:t>
            </a:r>
          </a:p>
          <a:p>
            <a:pPr>
              <a:defRPr sz="2400"/>
            </a:pPr>
            <a:r>
              <a:t>Statistics</a:t>
            </a:r>
          </a:p>
          <a:p>
            <a:pPr>
              <a:defRPr sz="2400"/>
            </a:pPr>
            <a:r>
              <a:t>Alerts</a:t>
            </a:r>
          </a:p>
          <a:p>
            <a:pPr>
              <a:defRPr sz="2400"/>
            </a:pPr>
            <a:r>
              <a:t>Visualization</a:t>
            </a:r>
          </a:p>
          <a:p>
            <a:pPr>
              <a:defRPr sz="2400"/>
            </a:pPr>
            <a:r>
              <a:t>Forecasting</a:t>
            </a:r>
          </a:p>
          <a:p>
            <a:pPr>
              <a:defRPr sz="2400"/>
            </a:pPr>
            <a:r>
              <a:t>Dashboard</a:t>
            </a:r>
          </a:p>
          <a:p>
            <a:pPr>
              <a:defRPr sz="2400"/>
            </a:pPr>
            <a:r>
              <a:t>Excel Report</a:t>
            </a:r>
          </a:p>
          <a:p>
            <a:pPr>
              <a:defRPr sz="2400"/>
            </a:pPr>
            <a:r>
              <a:t>AI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Streamlit</a:t>
            </a:r>
          </a:p>
          <a:p>
            <a:pPr>
              <a:defRPr sz="2400"/>
            </a:pPr>
            <a:r>
              <a:t>Pandas</a:t>
            </a:r>
          </a:p>
          <a:p>
            <a:pPr>
              <a:defRPr sz="2400"/>
            </a:pPr>
            <a:r>
              <a:t>NumPy</a:t>
            </a:r>
          </a:p>
          <a:p>
            <a:pPr>
              <a:defRPr sz="2400"/>
            </a:pPr>
            <a:r>
              <a:t>Matplotlib</a:t>
            </a:r>
          </a:p>
          <a:p>
            <a:pPr>
              <a:defRPr sz="2400"/>
            </a:pPr>
            <a:r>
              <a:t>Seaborn</a:t>
            </a:r>
          </a:p>
          <a:p>
            <a:pPr>
              <a:defRPr sz="2400"/>
            </a:pPr>
            <a:r>
              <a:t>OpenPyXL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1000+ patient records</a:t>
            </a:r>
          </a:p>
          <a:p>
            <a:pPr>
              <a:defRPr sz="2400"/>
            </a:pPr>
            <a:r>
              <a:t>Fields: Patient ID, Age, Gender, Arrival Time, Heart Rate, Oxygen, Temperature, BP, Severity, Waiting Time, Treatment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Oxygen&lt;90: +30</a:t>
            </a:r>
          </a:p>
          <a:p>
            <a:pPr>
              <a:defRPr sz="2400"/>
            </a:pPr>
            <a:r>
              <a:t>HR&gt;120: +20</a:t>
            </a:r>
          </a:p>
          <a:p>
            <a:pPr>
              <a:defRPr sz="2400"/>
            </a:pPr>
            <a:r>
              <a:t>Temp&gt;102°F: +15</a:t>
            </a:r>
          </a:p>
          <a:p>
            <a:pPr>
              <a:defRPr sz="2400"/>
            </a:pPr>
            <a:r>
              <a:t>Age&gt;65: +10</a:t>
            </a:r>
          </a:p>
          <a:p>
            <a:pPr>
              <a:defRPr sz="2400"/>
            </a:pPr>
            <a:r>
              <a:t>Severity×5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Queue Management</a:t>
            </a:r>
          </a:p>
          <a:p>
            <a:pPr>
              <a:defRPr sz="2400"/>
            </a:pPr>
            <a:r>
              <a:t>Doctor Requirement</a:t>
            </a:r>
          </a:p>
          <a:p>
            <a:pPr>
              <a:defRPr sz="2400"/>
            </a:pPr>
            <a:r>
              <a:t>Bed Occupancy</a:t>
            </a:r>
          </a:p>
          <a:p>
            <a:pPr>
              <a:defRPr sz="2400"/>
            </a:pPr>
            <a:r>
              <a:t>Peak Hours</a:t>
            </a:r>
          </a:p>
          <a:p>
            <a:pPr>
              <a:defRPr sz="2400"/>
            </a:pPr>
            <a:r>
              <a:t>Hospital KPIs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Age Distribution</a:t>
            </a:r>
          </a:p>
          <a:p>
            <a:pPr>
              <a:defRPr sz="2400"/>
            </a:pPr>
            <a:r>
              <a:t>Oxygen Distribution</a:t>
            </a:r>
          </a:p>
          <a:p>
            <a:pPr>
              <a:defRPr sz="2400"/>
            </a:pPr>
            <a:r>
              <a:t>Priority Categories</a:t>
            </a:r>
          </a:p>
          <a:p>
            <a:pPr>
              <a:defRPr sz="2400"/>
            </a:pPr>
            <a:r>
              <a:t>Hourly Arrivals</a:t>
            </a:r>
          </a:p>
          <a:p>
            <a:pPr>
              <a:defRPr sz="2400"/>
            </a:pPr>
            <a:r>
              <a:t>Waiting Time</a:t>
            </a:r>
          </a:p>
          <a:p>
            <a:pPr>
              <a:defRPr sz="2400"/>
            </a:pPr>
            <a:r>
              <a:t>Bed Occupancy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Streamlit dashboard with KPI cards, charts, filters and report download.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Improves emergency decision support, resource planning, and patient management.</a:t>
            </a:r>
          </a:p>
          <a:p>
            <a:pPr>
              <a:defRPr sz="24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